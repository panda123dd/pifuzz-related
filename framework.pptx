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880042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1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00053" y="2356703"/>
            <a:ext cx="21600319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3" y="7563446"/>
            <a:ext cx="21600319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865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432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29" y="3590055"/>
            <a:ext cx="24840367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29" y="9636811"/>
            <a:ext cx="24840367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75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75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442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29" y="3833390"/>
            <a:ext cx="12240181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5" y="3833390"/>
            <a:ext cx="12240181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8167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766679"/>
            <a:ext cx="24840367" cy="278337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1" y="3530053"/>
            <a:ext cx="12183929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1" y="5260078"/>
            <a:ext cx="12183929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5" y="3530053"/>
            <a:ext cx="1224393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5" y="5260078"/>
            <a:ext cx="12243932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5036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396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6630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960014"/>
            <a:ext cx="9288886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2073365"/>
            <a:ext cx="14580215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4320064"/>
            <a:ext cx="9288886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4499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960014"/>
            <a:ext cx="9288886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2073365"/>
            <a:ext cx="14580215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4320064"/>
            <a:ext cx="9288886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519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412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4" y="766678"/>
            <a:ext cx="6210092" cy="122035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29" y="766678"/>
            <a:ext cx="18270270" cy="122035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592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29" y="766679"/>
            <a:ext cx="24840367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29" y="3833390"/>
            <a:ext cx="24840367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29" y="13346865"/>
            <a:ext cx="648009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305C1-0718-4474-8B3D-570FF031DC2F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13346865"/>
            <a:ext cx="972014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300" y="13346865"/>
            <a:ext cx="648009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311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3430904A-D507-0C74-E402-DC9C0F4A9B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13505" y="7371624"/>
            <a:ext cx="837021" cy="83702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95EEC42-4A7C-54ED-33CC-AC9A06693E8E}"/>
              </a:ext>
            </a:extLst>
          </p:cNvPr>
          <p:cNvSpPr txBox="1"/>
          <p:nvPr/>
        </p:nvSpPr>
        <p:spPr>
          <a:xfrm>
            <a:off x="5248882" y="8604014"/>
            <a:ext cx="268848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 err="1"/>
              <a:t>Pytorch</a:t>
            </a:r>
            <a:r>
              <a:rPr lang="en-US" altLang="zh-CN" sz="2400" dirty="0"/>
              <a:t>/</a:t>
            </a:r>
            <a:r>
              <a:rPr lang="en-US" altLang="zh-CN" sz="2400" dirty="0" err="1"/>
              <a:t>Tensorflow</a:t>
            </a:r>
            <a:r>
              <a:rPr lang="en-US" altLang="zh-CN" sz="2400" dirty="0"/>
              <a:t> Issues</a:t>
            </a:r>
          </a:p>
          <a:p>
            <a:endParaRPr lang="zh-CN" altLang="en-US" sz="2000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3EC82FE5-EBC3-D564-0958-B8089472778E}"/>
              </a:ext>
            </a:extLst>
          </p:cNvPr>
          <p:cNvCxnSpPr>
            <a:cxnSpLocks/>
          </p:cNvCxnSpPr>
          <p:nvPr/>
        </p:nvCxnSpPr>
        <p:spPr>
          <a:xfrm>
            <a:off x="5877832" y="5234491"/>
            <a:ext cx="70843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>
            <a:extLst>
              <a:ext uri="{FF2B5EF4-FFF2-40B4-BE49-F238E27FC236}">
                <a16:creationId xmlns:a16="http://schemas.microsoft.com/office/drawing/2014/main" id="{E3139BE0-B0DE-6AA1-40DE-A66D80B078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5043" y="7629141"/>
            <a:ext cx="832235" cy="83223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FE08F641-86C9-44FB-73E9-D2978ED8185A}"/>
              </a:ext>
            </a:extLst>
          </p:cNvPr>
          <p:cNvSpPr txBox="1"/>
          <p:nvPr/>
        </p:nvSpPr>
        <p:spPr>
          <a:xfrm>
            <a:off x="2673016" y="8769945"/>
            <a:ext cx="14045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/>
              <a:t>Github</a:t>
            </a:r>
            <a:endParaRPr lang="zh-CN" altLang="en-US" sz="24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F9B3BC-BFA5-8F60-0AF8-7F373E366849}"/>
              </a:ext>
            </a:extLst>
          </p:cNvPr>
          <p:cNvSpPr txBox="1"/>
          <p:nvPr/>
        </p:nvSpPr>
        <p:spPr>
          <a:xfrm>
            <a:off x="3800230" y="7467608"/>
            <a:ext cx="22266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Crawler/</a:t>
            </a:r>
            <a:r>
              <a:rPr lang="en-US" altLang="zh-CN" sz="2400" dirty="0" err="1"/>
              <a:t>Fileter</a:t>
            </a:r>
            <a:endParaRPr lang="en-US" altLang="zh-CN" sz="2400" dirty="0"/>
          </a:p>
          <a:p>
            <a:endParaRPr lang="zh-CN" altLang="en-US" sz="2000" dirty="0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8A2F9D5F-9DA4-3C07-4923-FEEB4EFA0172}"/>
              </a:ext>
            </a:extLst>
          </p:cNvPr>
          <p:cNvSpPr/>
          <p:nvPr/>
        </p:nvSpPr>
        <p:spPr>
          <a:xfrm>
            <a:off x="3035995" y="4767710"/>
            <a:ext cx="2444381" cy="104998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API Drivers</a:t>
            </a: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TF/Torch</a:t>
            </a:r>
            <a:endParaRPr lang="zh-CN" altLang="en-US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E3EC259A-209B-B31C-526F-16CF8651FD9F}"/>
              </a:ext>
            </a:extLst>
          </p:cNvPr>
          <p:cNvSpPr/>
          <p:nvPr/>
        </p:nvSpPr>
        <p:spPr>
          <a:xfrm>
            <a:off x="7092737" y="4767710"/>
            <a:ext cx="3041394" cy="104998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Structured Seeds</a:t>
            </a: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API parameters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74A479A-A562-264E-060D-188ED4ABE995}"/>
              </a:ext>
            </a:extLst>
          </p:cNvPr>
          <p:cNvSpPr/>
          <p:nvPr/>
        </p:nvSpPr>
        <p:spPr>
          <a:xfrm>
            <a:off x="12653590" y="3362779"/>
            <a:ext cx="13742853" cy="63519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Feedback-Guided Scheduler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15404F9B-4AF6-BD36-8CA9-C683987A86FD}"/>
              </a:ext>
            </a:extLst>
          </p:cNvPr>
          <p:cNvCxnSpPr>
            <a:cxnSpLocks/>
          </p:cNvCxnSpPr>
          <p:nvPr/>
        </p:nvCxnSpPr>
        <p:spPr>
          <a:xfrm>
            <a:off x="18379034" y="5292700"/>
            <a:ext cx="202335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 37">
            <a:extLst>
              <a:ext uri="{FF2B5EF4-FFF2-40B4-BE49-F238E27FC236}">
                <a16:creationId xmlns:a16="http://schemas.microsoft.com/office/drawing/2014/main" id="{1FE7E1AB-6B72-7BFC-FCAD-0E22A51488EF}"/>
              </a:ext>
            </a:extLst>
          </p:cNvPr>
          <p:cNvSpPr/>
          <p:nvPr/>
        </p:nvSpPr>
        <p:spPr>
          <a:xfrm>
            <a:off x="13583343" y="4585391"/>
            <a:ext cx="4233956" cy="141461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Coverage-guided Param Mutation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B35DD06-CFE3-801A-3CA9-8B1DA8A618D1}"/>
              </a:ext>
            </a:extLst>
          </p:cNvPr>
          <p:cNvSpPr/>
          <p:nvPr/>
        </p:nvSpPr>
        <p:spPr>
          <a:xfrm>
            <a:off x="16752511" y="7139124"/>
            <a:ext cx="5129478" cy="141461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Issue-guided Parameter </a:t>
            </a: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Mutation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F061437-2427-B668-91B5-4912D5C1B5C5}"/>
              </a:ext>
            </a:extLst>
          </p:cNvPr>
          <p:cNvSpPr/>
          <p:nvPr/>
        </p:nvSpPr>
        <p:spPr>
          <a:xfrm>
            <a:off x="20676266" y="4585391"/>
            <a:ext cx="4233956" cy="141461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 err="1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PathFinder</a:t>
            </a:r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-Assisted Input Synthesis 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A9D3EA5B-2BCE-5B7F-E909-D9D5C83F0F98}"/>
              </a:ext>
            </a:extLst>
          </p:cNvPr>
          <p:cNvCxnSpPr>
            <a:cxnSpLocks/>
          </p:cNvCxnSpPr>
          <p:nvPr/>
        </p:nvCxnSpPr>
        <p:spPr>
          <a:xfrm flipV="1">
            <a:off x="4188358" y="8256978"/>
            <a:ext cx="998559" cy="24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DEAF10A1-E319-ECDB-F563-386D580C94D7}"/>
              </a:ext>
            </a:extLst>
          </p:cNvPr>
          <p:cNvCxnSpPr>
            <a:cxnSpLocks/>
            <a:stCxn id="42" idx="2"/>
            <a:endCxn id="41" idx="3"/>
          </p:cNvCxnSpPr>
          <p:nvPr/>
        </p:nvCxnSpPr>
        <p:spPr>
          <a:xfrm rot="5400000">
            <a:off x="21414405" y="6467593"/>
            <a:ext cx="1846425" cy="911255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4A82B308-77F4-D4BE-9E78-8C24AA1D1B5F}"/>
              </a:ext>
            </a:extLst>
          </p:cNvPr>
          <p:cNvCxnSpPr>
            <a:cxnSpLocks/>
            <a:stCxn id="41" idx="1"/>
          </p:cNvCxnSpPr>
          <p:nvPr/>
        </p:nvCxnSpPr>
        <p:spPr>
          <a:xfrm rot="10800000">
            <a:off x="15455129" y="6000009"/>
            <a:ext cx="1297382" cy="1846425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8BDA7891-4C1D-19A8-4449-D3304019586F}"/>
              </a:ext>
            </a:extLst>
          </p:cNvPr>
          <p:cNvSpPr txBox="1"/>
          <p:nvPr/>
        </p:nvSpPr>
        <p:spPr>
          <a:xfrm>
            <a:off x="7476336" y="7522038"/>
            <a:ext cx="22266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Extract</a:t>
            </a:r>
            <a:endParaRPr lang="en-US" altLang="zh-CN" sz="3200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ED109FA-85B0-B05B-3B47-2ED770DB00C7}"/>
              </a:ext>
            </a:extLst>
          </p:cNvPr>
          <p:cNvCxnSpPr>
            <a:cxnSpLocks/>
          </p:cNvCxnSpPr>
          <p:nvPr/>
        </p:nvCxnSpPr>
        <p:spPr>
          <a:xfrm flipV="1">
            <a:off x="8131254" y="8233367"/>
            <a:ext cx="998559" cy="24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形 59">
            <a:extLst>
              <a:ext uri="{FF2B5EF4-FFF2-40B4-BE49-F238E27FC236}">
                <a16:creationId xmlns:a16="http://schemas.microsoft.com/office/drawing/2014/main" id="{B5504CC5-A8F7-0366-B329-10863A3741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92124" y="7222622"/>
            <a:ext cx="1483970" cy="1483970"/>
          </a:xfrm>
          <a:prstGeom prst="rect">
            <a:avLst/>
          </a:prstGeom>
        </p:spPr>
      </p:pic>
      <p:sp>
        <p:nvSpPr>
          <p:cNvPr id="61" name="文本框 60">
            <a:extLst>
              <a:ext uri="{FF2B5EF4-FFF2-40B4-BE49-F238E27FC236}">
                <a16:creationId xmlns:a16="http://schemas.microsoft.com/office/drawing/2014/main" id="{701C0B04-2578-FF14-B138-7AB6C9F8F44F}"/>
              </a:ext>
            </a:extLst>
          </p:cNvPr>
          <p:cNvSpPr txBox="1"/>
          <p:nvPr/>
        </p:nvSpPr>
        <p:spPr>
          <a:xfrm>
            <a:off x="8956644" y="8706592"/>
            <a:ext cx="26884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Prior Knowledge</a:t>
            </a:r>
          </a:p>
          <a:p>
            <a:endParaRPr lang="zh-CN" altLang="en-US" sz="2000" dirty="0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89B4C6A-E968-54B4-A573-1B3A72E1C2A6}"/>
              </a:ext>
            </a:extLst>
          </p:cNvPr>
          <p:cNvCxnSpPr>
            <a:cxnSpLocks/>
          </p:cNvCxnSpPr>
          <p:nvPr/>
        </p:nvCxnSpPr>
        <p:spPr>
          <a:xfrm>
            <a:off x="10467266" y="5292700"/>
            <a:ext cx="27818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D9D5AAEE-268C-B6A4-E017-DBAB862623F1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11155733" y="7846433"/>
            <a:ext cx="5596778" cy="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027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6838</TotalTime>
  <Words>31</Words>
  <Application>Microsoft Office PowerPoint</Application>
  <PresentationFormat>自定义</PresentationFormat>
  <Paragraphs>17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4</cp:revision>
  <dcterms:created xsi:type="dcterms:W3CDTF">2026-06-03T08:16:52Z</dcterms:created>
  <dcterms:modified xsi:type="dcterms:W3CDTF">2026-06-08T02:15:28Z</dcterms:modified>
</cp:coreProperties>
</file>